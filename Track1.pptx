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7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86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97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84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954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11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86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68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44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36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381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9098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703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8061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526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7641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19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C4DECC5-2FC1-4A87-8F93-E04F226F3621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623C769-0D0A-4BF1-A168-DA58E5A77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72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C9215E-7145-72B0-C0D6-AEF5275A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56816"/>
            <a:ext cx="12009151" cy="1123744"/>
          </a:xfrm>
        </p:spPr>
        <p:txBody>
          <a:bodyPr>
            <a:normAutofit/>
          </a:bodyPr>
          <a:lstStyle/>
          <a:p>
            <a:r>
              <a:rPr lang="en-US" sz="5400" b="1" u="sng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AMD AI R</a:t>
            </a:r>
            <a:r>
              <a:rPr lang="en-US" sz="5400" b="1" u="sng" cap="none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einforcement Learning Hackathon</a:t>
            </a:r>
            <a:endParaRPr lang="en-IN" sz="5400" b="1" u="sng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D2E242-51B8-8243-4AE9-58323E6E6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7" y="1866515"/>
            <a:ext cx="11440391" cy="499148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600" b="1" dirty="0">
                <a:solidFill>
                  <a:schemeClr val="bg1"/>
                </a:solidFill>
              </a:rPr>
              <a:t>Intelligent Puzzle Question &amp; Answer Agents</a:t>
            </a:r>
          </a:p>
          <a:p>
            <a:endParaRPr lang="en-IN" sz="28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Reinforcement-Optimized Dual-Agent AI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Powered by mistralai--Mistral-7B-Instruct-v0.3</a:t>
            </a:r>
            <a:r>
              <a:rPr lang="en-US" sz="2800" b="1" dirty="0">
                <a:solidFill>
                  <a:schemeClr val="tx1"/>
                </a:solidFill>
              </a:rPr>
              <a:t> + Fine-Tuning + Reinforcement Learning</a:t>
            </a:r>
            <a:endParaRPr lang="en-US" sz="2400" b="1" dirty="0">
              <a:solidFill>
                <a:schemeClr val="tx1"/>
              </a:solidFill>
            </a:endParaRP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IN" sz="2800" b="1" dirty="0">
                <a:solidFill>
                  <a:schemeClr val="tx1"/>
                </a:solidFill>
              </a:rPr>
              <a:t>Team ID: team43| Team Name: Bug Buster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1A1488-C371-35F3-31A3-025E368D2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8" y="-342900"/>
            <a:ext cx="1599239" cy="1409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0A853D-37D0-004D-4EF2-3A9A1C201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319" y="-9437"/>
            <a:ext cx="945572" cy="742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CCA3F5-0F22-2016-3034-6B43B0153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54" y="0"/>
            <a:ext cx="2627312" cy="74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8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EE1A-E597-4E53-3595-3F0A04EC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326" y="-102371"/>
            <a:ext cx="9571616" cy="15070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800" b="1" u="sng" dirty="0">
                <a:solidFill>
                  <a:schemeClr val="accent6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423396-BD1E-CDF4-2AE6-43128EE47D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973" y="1377757"/>
            <a:ext cx="12096027" cy="512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>
                <a:solidFill>
                  <a:schemeClr val="bg1"/>
                </a:solidFill>
              </a:rPr>
              <a:t>The challenge requires building an autonomous AI system that can: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puzzle questions from a topic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 questions generated by another agent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strict JSON output formats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automated evaluation</a:t>
            </a:r>
          </a:p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>
                <a:solidFill>
                  <a:schemeClr val="bg1"/>
                </a:solidFill>
              </a:rPr>
              <a:t>The system must be structured, reliable, and logically accurate.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87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2679-4864-A912-3E1C-4EBBDB69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34400" cy="150706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b="1" u="sng" dirty="0">
                <a:solidFill>
                  <a:schemeClr val="accent6">
                    <a:lumMod val="75000"/>
                  </a:schemeClr>
                </a:solidFill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6898-B362-5A5D-3EF6-BB9AC8A5E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2431473"/>
            <a:ext cx="12503727" cy="509154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 designed a </a:t>
            </a:r>
            <a:r>
              <a:rPr lang="en-US" sz="2800" b="1" dirty="0">
                <a:solidFill>
                  <a:schemeClr val="bg1"/>
                </a:solidFill>
              </a:rPr>
              <a:t>dual-agent architecture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Q-Agent:</a:t>
            </a:r>
            <a:r>
              <a:rPr lang="en-US" sz="2800" dirty="0">
                <a:solidFill>
                  <a:schemeClr val="tx1"/>
                </a:solidFill>
              </a:rPr>
              <a:t> Generates logical puzzles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A-Agent:</a:t>
            </a:r>
            <a:r>
              <a:rPr lang="en-US" sz="2800" dirty="0">
                <a:solidFill>
                  <a:schemeClr val="tx1"/>
                </a:solidFill>
              </a:rPr>
              <a:t> Solves them using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Validator:</a:t>
            </a:r>
            <a:r>
              <a:rPr lang="en-US" sz="2800" dirty="0">
                <a:solidFill>
                  <a:schemeClr val="tx1"/>
                </a:solidFill>
              </a:rPr>
              <a:t> Ensures format + logic correctness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This modular design ensures scalability and independent evaluation.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68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DF45-F687-710F-8D67-B9391E4E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0946"/>
            <a:ext cx="8534400" cy="150706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b="1" u="sng" dirty="0">
                <a:solidFill>
                  <a:schemeClr val="accent6">
                    <a:lumMod val="75000"/>
                  </a:schemeClr>
                </a:solidFill>
              </a:rPr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3800B-63BF-52EF-5607-FD0370959254}"/>
              </a:ext>
            </a:extLst>
          </p:cNvPr>
          <p:cNvSpPr/>
          <p:nvPr/>
        </p:nvSpPr>
        <p:spPr>
          <a:xfrm>
            <a:off x="4068184" y="1298864"/>
            <a:ext cx="2166361" cy="4779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Topic </a:t>
            </a:r>
            <a:endParaRPr lang="en-IN" sz="24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B694D-DA4D-46D8-6BA0-BAE01E6B3E44}"/>
              </a:ext>
            </a:extLst>
          </p:cNvPr>
          <p:cNvSpPr/>
          <p:nvPr/>
        </p:nvSpPr>
        <p:spPr>
          <a:xfrm>
            <a:off x="779318" y="2514600"/>
            <a:ext cx="2389908" cy="4987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Q- Agent </a:t>
            </a:r>
            <a:r>
              <a:rPr lang="en-US" dirty="0"/>
              <a:t> </a:t>
            </a:r>
            <a:endParaRPr lang="en-IN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EB03D1E-0AAE-1AE9-3930-943A58E23C84}"/>
              </a:ext>
            </a:extLst>
          </p:cNvPr>
          <p:cNvCxnSpPr>
            <a:cxnSpLocks/>
            <a:stCxn id="4" idx="1"/>
            <a:endCxn id="8" idx="0"/>
          </p:cNvCxnSpPr>
          <p:nvPr/>
        </p:nvCxnSpPr>
        <p:spPr>
          <a:xfrm rot="10800000" flipV="1">
            <a:off x="1974272" y="1537854"/>
            <a:ext cx="2093912" cy="97674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2DE7DD-B348-821A-A141-13187E3FB31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169226" y="2763982"/>
            <a:ext cx="8208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CABD094-D454-52FC-E6C9-A45153FC0354}"/>
              </a:ext>
            </a:extLst>
          </p:cNvPr>
          <p:cNvSpPr/>
          <p:nvPr/>
        </p:nvSpPr>
        <p:spPr>
          <a:xfrm>
            <a:off x="3990109" y="2514598"/>
            <a:ext cx="2805546" cy="4779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Question JSON</a:t>
            </a:r>
            <a:endParaRPr lang="en-IN" sz="24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57E768-F42B-436D-BA94-674541C2DB70}"/>
              </a:ext>
            </a:extLst>
          </p:cNvPr>
          <p:cNvCxnSpPr/>
          <p:nvPr/>
        </p:nvCxnSpPr>
        <p:spPr>
          <a:xfrm>
            <a:off x="6795655" y="2784764"/>
            <a:ext cx="8208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A2256C5-117E-2BB3-8401-5B2E8E5A5CFC}"/>
              </a:ext>
            </a:extLst>
          </p:cNvPr>
          <p:cNvSpPr/>
          <p:nvPr/>
        </p:nvSpPr>
        <p:spPr>
          <a:xfrm>
            <a:off x="7616538" y="2545773"/>
            <a:ext cx="2244435" cy="4779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A- Agent</a:t>
            </a:r>
            <a:endParaRPr lang="en-IN" sz="2400" b="1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BA7A451-74D7-8C4B-A22D-1DC964605C4C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6795655" y="2784764"/>
            <a:ext cx="3065318" cy="1433945"/>
          </a:xfrm>
          <a:prstGeom prst="bentConnector3">
            <a:avLst>
              <a:gd name="adj1" fmla="val -745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3459364-019B-5517-FE0E-96DAB2701920}"/>
              </a:ext>
            </a:extLst>
          </p:cNvPr>
          <p:cNvSpPr/>
          <p:nvPr/>
        </p:nvSpPr>
        <p:spPr>
          <a:xfrm>
            <a:off x="3945082" y="3979719"/>
            <a:ext cx="2895600" cy="4779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Answer JSON </a:t>
            </a:r>
            <a:endParaRPr lang="en-IN" sz="2400" b="1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D48F22-7305-C295-F7BC-28CDC0288F79}"/>
              </a:ext>
            </a:extLst>
          </p:cNvPr>
          <p:cNvCxnSpPr>
            <a:stCxn id="37" idx="1"/>
          </p:cNvCxnSpPr>
          <p:nvPr/>
        </p:nvCxnSpPr>
        <p:spPr>
          <a:xfrm flipH="1" flipV="1">
            <a:off x="3262745" y="4218709"/>
            <a:ext cx="68233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3ED0AF9-ED5A-AB62-9C43-C291C2C7661D}"/>
              </a:ext>
            </a:extLst>
          </p:cNvPr>
          <p:cNvSpPr/>
          <p:nvPr/>
        </p:nvSpPr>
        <p:spPr>
          <a:xfrm>
            <a:off x="83128" y="3979719"/>
            <a:ext cx="3179618" cy="4779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Evaluation Engine </a:t>
            </a:r>
            <a:endParaRPr lang="en-IN" sz="2400" b="1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AB89838-D0D3-90F2-E968-00B602213719}"/>
              </a:ext>
            </a:extLst>
          </p:cNvPr>
          <p:cNvCxnSpPr>
            <a:cxnSpLocks/>
            <a:stCxn id="40" idx="2"/>
          </p:cNvCxnSpPr>
          <p:nvPr/>
        </p:nvCxnSpPr>
        <p:spPr>
          <a:xfrm rot="16200000" flipH="1">
            <a:off x="2174371" y="3956266"/>
            <a:ext cx="1392379" cy="239524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8C75B9E-0518-3038-1E0C-84ABD9BEF802}"/>
              </a:ext>
            </a:extLst>
          </p:cNvPr>
          <p:cNvSpPr/>
          <p:nvPr/>
        </p:nvSpPr>
        <p:spPr>
          <a:xfrm>
            <a:off x="4068183" y="5611087"/>
            <a:ext cx="2166361" cy="4779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Result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9590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BCFB-29B7-EAFB-EA27-5BAA3FE3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9389"/>
            <a:ext cx="9353406" cy="150706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b="1" u="sng" dirty="0">
                <a:solidFill>
                  <a:schemeClr val="accent6">
                    <a:lumMod val="75000"/>
                  </a:schemeClr>
                </a:solidFill>
              </a:rPr>
              <a:t>Core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B6781-8F4F-77EB-D90F-53BF7D5BE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29" y="1206114"/>
            <a:ext cx="11597843" cy="5444068"/>
          </a:xfrm>
        </p:spPr>
        <p:txBody>
          <a:bodyPr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Our system is powered by: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chemeClr val="tx1"/>
                </a:solidFill>
              </a:rPr>
              <a:t>Mistralai</a:t>
            </a:r>
            <a:r>
              <a:rPr lang="en-US" sz="2800" b="1" dirty="0">
                <a:solidFill>
                  <a:schemeClr val="tx1"/>
                </a:solidFill>
              </a:rPr>
              <a:t>--Mistral-7B-Instruct-v0.3 3 foundation model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Enhanced using: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Task-specific fine-tuning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Reinforcement learning optimization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Structured prompt engineering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048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4773-4A97-F92A-BC06-6897AEB3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0142"/>
            <a:ext cx="8534400" cy="1507067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b="1" u="sng" dirty="0">
                <a:solidFill>
                  <a:schemeClr val="accent6">
                    <a:lumMod val="75000"/>
                  </a:schemeClr>
                </a:solidFill>
              </a:rPr>
              <a:t>Agent Output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BC9E-FB24-5323-42B5-10F725754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49" y="1276925"/>
            <a:ext cx="11234160" cy="5321301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Q-Agent Output Schema — Question Generation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 "topic": "&lt;Topic&gt;",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 "question": "&lt;Question text&gt;",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 "choices": ["A)", "B)", "C)", "D)"],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 "answer": "&lt;Correct option&gt;",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 "explanation": "&lt;Brief justification&gt;"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}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A-Agent Output Schema — Answer Reasoning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 "answer": "&lt;Correct option&gt;",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 "reasoning": "&lt;Short logical explanation&gt;"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58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1B25-F0DD-D53B-84B5-77670BDF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736" y="-197428"/>
            <a:ext cx="8534400" cy="1507067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b="1" dirty="0">
                <a:solidFill>
                  <a:schemeClr val="accent6">
                    <a:lumMod val="75000"/>
                  </a:schemeClr>
                </a:solidFill>
              </a:rPr>
              <a:t>Validation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200F0-2996-BE68-C3FF-E03B556C7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9" y="1070264"/>
            <a:ext cx="11088688" cy="6016336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>
                <a:solidFill>
                  <a:schemeClr val="bg1"/>
                </a:solidFill>
              </a:rPr>
              <a:t>The system validates outputs using automated checks: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JSON syntax correctness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Valid answer 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Logical solvability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Explanation constraints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bg1"/>
                </a:solidFill>
              </a:rPr>
              <a:t>Evaluation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Robustness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Format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Reasoning quality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516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51C7-84CE-1EBB-D36F-B6A10A7E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5887"/>
            <a:ext cx="8534400" cy="15070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800" b="1" u="sng" dirty="0">
                <a:solidFill>
                  <a:schemeClr val="accent6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C005C-4029-26AB-9884-F9313257A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03" y="1163783"/>
            <a:ext cx="10247024" cy="5527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Our solution successfully delivers:</a:t>
            </a:r>
          </a:p>
          <a:p>
            <a:pPr marL="0" indent="0">
              <a:lnSpc>
                <a:spcPct val="22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✔ Automated puzzle generation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✔ Reliable reasoning-based solving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✔ Strict format compliance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✔ End-to-end autonomous execution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460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F4243-870B-25A4-F854-69BBE52E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154" y="2675466"/>
            <a:ext cx="8534400" cy="1507067"/>
          </a:xfrm>
        </p:spPr>
        <p:txBody>
          <a:bodyPr>
            <a:noAutofit/>
          </a:bodyPr>
          <a:lstStyle/>
          <a:p>
            <a:pPr algn="ctr"/>
            <a:r>
              <a:rPr lang="en-US" sz="9600" b="1" u="sng" spc="600" dirty="0">
                <a:solidFill>
                  <a:srgbClr val="FF0000"/>
                </a:solidFill>
                <a:latin typeface="Algerian" panose="04020705040A02060702" pitchFamily="82" charset="0"/>
              </a:rPr>
              <a:t>THAnk YOU</a:t>
            </a:r>
            <a:endParaRPr lang="en-IN" sz="9600" b="1" u="sng" spc="6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15514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99</TotalTime>
  <Words>295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Arial Narrow</vt:lpstr>
      <vt:lpstr>Century Gothic</vt:lpstr>
      <vt:lpstr>Wingdings</vt:lpstr>
      <vt:lpstr>Wingdings 3</vt:lpstr>
      <vt:lpstr>Slice</vt:lpstr>
      <vt:lpstr>AMD AI Reinforcement Learning Hackathon</vt:lpstr>
      <vt:lpstr>Problem Statement</vt:lpstr>
      <vt:lpstr>Solution Overview</vt:lpstr>
      <vt:lpstr>System Architecture</vt:lpstr>
      <vt:lpstr>Core Technology</vt:lpstr>
      <vt:lpstr>Agent Output Formats</vt:lpstr>
      <vt:lpstr>Validation &amp; Evaluation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dhiraj yadav</dc:creator>
  <cp:lastModifiedBy>Deepesh Sharma</cp:lastModifiedBy>
  <cp:revision>5</cp:revision>
  <dcterms:created xsi:type="dcterms:W3CDTF">2026-02-15T04:10:19Z</dcterms:created>
  <dcterms:modified xsi:type="dcterms:W3CDTF">2026-02-15T06:50:00Z</dcterms:modified>
</cp:coreProperties>
</file>